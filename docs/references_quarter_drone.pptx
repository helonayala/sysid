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5CF7F-9B47-D06B-A3AD-CB3D352B19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4F2B98-12A4-7511-FDBB-70A0805BAB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753DB-200C-5A5A-DEF2-9DDEA8E45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81628-DA5C-1A4D-96D2-7C488FDD9156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AC773-DF8D-6A63-48A4-094DF8156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493E8-FA9E-DBDD-71C1-3E519A1B5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235CF-332C-5C4A-9739-D1981C846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470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DCA4A-D40A-29A1-D663-1A857787F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3CA57-C27A-9FA3-73FE-12F648E6C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CF0A2-1D37-B984-A9EC-A70BC1BA6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81628-DA5C-1A4D-96D2-7C488FDD9156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3EB47-F9F7-FB2C-ADD4-948F6B6D9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1372C-920E-0F12-46D6-DB88C7BF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235CF-332C-5C4A-9739-D1981C846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042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CC7EA-C034-F84E-093A-9924857CB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0B8E51-352E-90B7-5EE2-C4A3F7A37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EBE0B-C7D6-CED0-EC29-1FA526DB9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81628-DA5C-1A4D-96D2-7C488FDD9156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DE00F-F93F-2EA3-A1B1-7F10E09FA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0F45F-5C3F-E14D-E6CA-167A41DA6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235CF-332C-5C4A-9739-D1981C846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315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60F24-03F5-2D91-E02E-3B6B00240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2CE34-5495-05A4-14E1-6DEE68ADE4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A8A7D-FA78-46F9-4E63-D6FB370A52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00931-006D-66E4-3BD7-C27878F59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81628-DA5C-1A4D-96D2-7C488FDD9156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67BC16-72A0-6C47-D4B8-5CB861FC2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CBBC3-0F1B-4AA2-1816-1A610CBAC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235CF-332C-5C4A-9739-D1981C846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347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690F0-4491-3308-80C9-0C1D82370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34ADFD-3777-B45A-9A30-554D46D94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10D2C4-8941-4ACF-09EC-757FB26011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212747-B6F6-4648-6ACB-943FCABD07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0B1EB0-2CAD-224B-0978-9BDBB40459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D486B1-8871-0A98-924E-B93F24D65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81628-DA5C-1A4D-96D2-7C488FDD9156}" type="datetimeFigureOut">
              <a:rPr lang="en-US" smtClean="0"/>
              <a:t>5/27/26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704BF7-E255-169F-D924-11B54FCF5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EBBCC6-DC52-62F4-0CE8-31D559691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235CF-332C-5C4A-9739-D1981C846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127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889C1-F4DF-8B73-D87F-2FF3AF7EA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568982-4E4F-252D-3B76-5C1EC33F7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81628-DA5C-1A4D-96D2-7C488FDD9156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3691B9-5FC2-C424-905E-8D742A6FC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1AA8F3-CA58-DF1A-ECCF-91A3FBDC4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235CF-332C-5C4A-9739-D1981C846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927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3375EF-4956-671B-33B1-176AEBB40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81628-DA5C-1A4D-96D2-7C488FDD9156}" type="datetimeFigureOut">
              <a:rPr lang="en-US" smtClean="0"/>
              <a:t>5/27/26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059261-F941-16F6-8D4A-671C75645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C864F2-6611-603B-F892-55C979926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235CF-332C-5C4A-9739-D1981C846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077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7635A-E804-D765-F2BC-1053351FD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0689C-6953-520E-4A3A-4415E21FE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65AE75-E33C-4E99-4A94-AD11B41E61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5B497A-AE0C-7417-A102-3F21ED1C4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81628-DA5C-1A4D-96D2-7C488FDD9156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562240-AC55-989F-4324-96FA67FDC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B4896-E809-B7F4-F380-5645F219C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235CF-332C-5C4A-9739-D1981C846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070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E53F6-4CD8-00D0-1DB1-9CA63E4B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E73F5-E67B-AC93-C265-4B05AB0905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F076E3-7E16-BDC9-20CC-378D043BF5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22F460-0328-5DE2-4AA9-E658CBA6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81628-DA5C-1A4D-96D2-7C488FDD9156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9ACC82-97DB-DBA9-F81E-4CA643DF9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BB0E78-24BF-451D-CC03-18DC77458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235CF-332C-5C4A-9739-D1981C846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364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9C8BF-0062-D9E1-8C70-E2BA75623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8CAC32-3D0F-B870-FA13-8CA650B471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3564A-CE55-B59C-9821-BDE860CEF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81628-DA5C-1A4D-96D2-7C488FDD9156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3ADDF-D9FA-CAAB-5230-B01BBBEAC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2EABB-2EA3-0A8F-E5BC-277471572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235CF-332C-5C4A-9739-D1981C846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721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ABD3D0-3006-43C0-27D7-2089642140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4C01C-3263-826D-263F-AF9E78F3A7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81EBC-D018-9872-FDB1-82E3D78C2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81628-DA5C-1A4D-96D2-7C488FDD9156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B4A67-ADB3-FF47-796B-2F2689B1C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2B0BC-11DE-76BC-245D-80B4F30BE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235CF-332C-5C4A-9739-D1981C846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709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7BA25D-00B8-803F-D5DD-A32BCEFC8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CBE975-166D-78E2-CDE0-2127AC8EB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3FF32-DE85-2793-93D4-E49F662F52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481628-DA5C-1A4D-96D2-7C488FDD9156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5057D-CEFF-0ACB-7C44-6C3A5A8FEA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2026D-90BC-F398-2ED6-BA20A67096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0235CF-332C-5C4A-9739-D1981C846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611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CBABAD5-7631-095A-E873-732F02BE1CEE}"/>
              </a:ext>
            </a:extLst>
          </p:cNvPr>
          <p:cNvCxnSpPr>
            <a:cxnSpLocks/>
          </p:cNvCxnSpPr>
          <p:nvPr/>
        </p:nvCxnSpPr>
        <p:spPr>
          <a:xfrm flipV="1">
            <a:off x="6096000" y="531628"/>
            <a:ext cx="0" cy="43912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452DE7A-A14C-18C7-CE88-75DE55D30BCB}"/>
              </a:ext>
            </a:extLst>
          </p:cNvPr>
          <p:cNvCxnSpPr>
            <a:cxnSpLocks/>
          </p:cNvCxnSpPr>
          <p:nvPr/>
        </p:nvCxnSpPr>
        <p:spPr>
          <a:xfrm flipH="1">
            <a:off x="3200400" y="3086986"/>
            <a:ext cx="46889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AC581A4-1D38-1264-4312-B5CFEDC85B51}"/>
              </a:ext>
            </a:extLst>
          </p:cNvPr>
          <p:cNvCxnSpPr/>
          <p:nvPr/>
        </p:nvCxnSpPr>
        <p:spPr>
          <a:xfrm>
            <a:off x="9494874" y="3111903"/>
            <a:ext cx="87187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54AE81C-43D7-0FE8-B0F5-B25E3C3F2990}"/>
              </a:ext>
            </a:extLst>
          </p:cNvPr>
          <p:cNvSpPr txBox="1"/>
          <p:nvPr/>
        </p:nvSpPr>
        <p:spPr>
          <a:xfrm>
            <a:off x="10473134" y="2927237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 = 0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2000AE2-0955-14F8-D087-01CEE27F992C}"/>
              </a:ext>
            </a:extLst>
          </p:cNvPr>
          <p:cNvCxnSpPr/>
          <p:nvPr/>
        </p:nvCxnSpPr>
        <p:spPr>
          <a:xfrm flipH="1">
            <a:off x="5178056" y="1594884"/>
            <a:ext cx="1977656" cy="2743200"/>
          </a:xfrm>
          <a:prstGeom prst="line">
            <a:avLst/>
          </a:prstGeom>
          <a:ln>
            <a:solidFill>
              <a:srgbClr val="FF0000"/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C109EC8-7C2E-144D-4787-6ECAB808455C}"/>
              </a:ext>
            </a:extLst>
          </p:cNvPr>
          <p:cNvSpPr txBox="1"/>
          <p:nvPr/>
        </p:nvSpPr>
        <p:spPr>
          <a:xfrm>
            <a:off x="7224173" y="1410218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41E245-BA97-E7F5-BE05-0147E2738CF4}"/>
              </a:ext>
            </a:extLst>
          </p:cNvPr>
          <p:cNvSpPr txBox="1"/>
          <p:nvPr/>
        </p:nvSpPr>
        <p:spPr>
          <a:xfrm>
            <a:off x="5267782" y="4324425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44A47E-0081-367B-DAD6-F41ACA53BEE2}"/>
              </a:ext>
            </a:extLst>
          </p:cNvPr>
          <p:cNvSpPr txBox="1"/>
          <p:nvPr/>
        </p:nvSpPr>
        <p:spPr>
          <a:xfrm>
            <a:off x="5234791" y="3412834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047D26-BF2E-61EE-8943-E7EE80EAB7FE}"/>
              </a:ext>
            </a:extLst>
          </p:cNvPr>
          <p:cNvSpPr txBox="1"/>
          <p:nvPr/>
        </p:nvSpPr>
        <p:spPr>
          <a:xfrm>
            <a:off x="6590431" y="2248602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L2</a:t>
            </a:r>
          </a:p>
        </p:txBody>
      </p:sp>
      <p:sp>
        <p:nvSpPr>
          <p:cNvPr id="22" name="Block Arc 21">
            <a:extLst>
              <a:ext uri="{FF2B5EF4-FFF2-40B4-BE49-F238E27FC236}">
                <a16:creationId xmlns:a16="http://schemas.microsoft.com/office/drawing/2014/main" id="{B5026624-5E19-77F6-C827-CB2973B7492B}"/>
              </a:ext>
            </a:extLst>
          </p:cNvPr>
          <p:cNvSpPr/>
          <p:nvPr/>
        </p:nvSpPr>
        <p:spPr>
          <a:xfrm rot="14942264">
            <a:off x="5797283" y="3104719"/>
            <a:ext cx="435935" cy="450849"/>
          </a:xfrm>
          <a:prstGeom prst="blockArc">
            <a:avLst>
              <a:gd name="adj1" fmla="val 10800000"/>
              <a:gd name="adj2" fmla="val 15842126"/>
              <a:gd name="adj3" fmla="val 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773539-86B9-3C56-CE31-8B385D87E651}"/>
              </a:ext>
            </a:extLst>
          </p:cNvPr>
          <p:cNvSpPr txBox="1"/>
          <p:nvPr/>
        </p:nvSpPr>
        <p:spPr>
          <a:xfrm>
            <a:off x="5672486" y="362345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0096E8-8462-C9A7-548F-2BA53130A6D6}"/>
              </a:ext>
            </a:extLst>
          </p:cNvPr>
          <p:cNvSpPr txBox="1"/>
          <p:nvPr/>
        </p:nvSpPr>
        <p:spPr>
          <a:xfrm>
            <a:off x="3094010" y="305874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35D9B0-03B1-1F38-7A1A-48213F5DE3FD}"/>
              </a:ext>
            </a:extLst>
          </p:cNvPr>
          <p:cNvSpPr txBox="1"/>
          <p:nvPr/>
        </p:nvSpPr>
        <p:spPr>
          <a:xfrm>
            <a:off x="6194969" y="343787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6B4D97A-AE1D-1AB9-74C8-46705417E9B7}"/>
              </a:ext>
            </a:extLst>
          </p:cNvPr>
          <p:cNvCxnSpPr>
            <a:cxnSpLocks/>
          </p:cNvCxnSpPr>
          <p:nvPr/>
        </p:nvCxnSpPr>
        <p:spPr>
          <a:xfrm flipH="1" flipV="1">
            <a:off x="4683626" y="4040483"/>
            <a:ext cx="489212" cy="2976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8787923-5027-FD46-02C6-F88BACD7BDE6}"/>
              </a:ext>
            </a:extLst>
          </p:cNvPr>
          <p:cNvSpPr txBox="1"/>
          <p:nvPr/>
        </p:nvSpPr>
        <p:spPr>
          <a:xfrm>
            <a:off x="4547657" y="4177913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u1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DFBF262-66A9-9B05-5F91-C32A563B9046}"/>
              </a:ext>
            </a:extLst>
          </p:cNvPr>
          <p:cNvCxnSpPr>
            <a:cxnSpLocks/>
          </p:cNvCxnSpPr>
          <p:nvPr/>
        </p:nvCxnSpPr>
        <p:spPr>
          <a:xfrm>
            <a:off x="7155712" y="1674444"/>
            <a:ext cx="0" cy="143745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890A62D-844A-676D-AB5C-8C3B86356416}"/>
              </a:ext>
            </a:extLst>
          </p:cNvPr>
          <p:cNvCxnSpPr>
            <a:cxnSpLocks/>
          </p:cNvCxnSpPr>
          <p:nvPr/>
        </p:nvCxnSpPr>
        <p:spPr>
          <a:xfrm>
            <a:off x="6110426" y="1594884"/>
            <a:ext cx="97819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D8372C5-2DA3-E2D4-EA50-BC31EF1A72A1}"/>
              </a:ext>
            </a:extLst>
          </p:cNvPr>
          <p:cNvCxnSpPr>
            <a:cxnSpLocks/>
          </p:cNvCxnSpPr>
          <p:nvPr/>
        </p:nvCxnSpPr>
        <p:spPr>
          <a:xfrm>
            <a:off x="5172838" y="3058740"/>
            <a:ext cx="0" cy="130595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BF3E51D-6A43-7A71-3D26-9FCA5B935EB1}"/>
              </a:ext>
            </a:extLst>
          </p:cNvPr>
          <p:cNvCxnSpPr>
            <a:cxnSpLocks/>
          </p:cNvCxnSpPr>
          <p:nvPr/>
        </p:nvCxnSpPr>
        <p:spPr>
          <a:xfrm>
            <a:off x="5216773" y="4327452"/>
            <a:ext cx="87922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521943A-AF77-4353-8826-D3628F32179B}"/>
              </a:ext>
            </a:extLst>
          </p:cNvPr>
          <p:cNvSpPr txBox="1"/>
          <p:nvPr/>
        </p:nvSpPr>
        <p:spPr>
          <a:xfrm>
            <a:off x="6194969" y="4143873"/>
            <a:ext cx="1653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y1 = -L1 cos q1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A95F40F-17BB-0387-7CCD-23D4FB93ED98}"/>
              </a:ext>
            </a:extLst>
          </p:cNvPr>
          <p:cNvSpPr txBox="1"/>
          <p:nvPr/>
        </p:nvSpPr>
        <p:spPr>
          <a:xfrm>
            <a:off x="3993279" y="2607936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x1 = L1 sin q1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B952866-A21C-590B-FD0E-CDF6B2DF4DDA}"/>
              </a:ext>
            </a:extLst>
          </p:cNvPr>
          <p:cNvSpPr txBox="1"/>
          <p:nvPr/>
        </p:nvSpPr>
        <p:spPr>
          <a:xfrm>
            <a:off x="6964409" y="3145477"/>
            <a:ext cx="1584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x2 = -L2 sin q1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17D0283-98F9-DBFC-AE8B-6B76928B73CD}"/>
              </a:ext>
            </a:extLst>
          </p:cNvPr>
          <p:cNvSpPr txBox="1"/>
          <p:nvPr/>
        </p:nvSpPr>
        <p:spPr>
          <a:xfrm>
            <a:off x="4444411" y="1410218"/>
            <a:ext cx="1572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y2 = L2 cos q1</a:t>
            </a:r>
          </a:p>
        </p:txBody>
      </p:sp>
    </p:spTree>
    <p:extLst>
      <p:ext uri="{BB962C8B-B14F-4D97-AF65-F5344CB8AC3E}">
        <p14:creationId xmlns:p14="http://schemas.microsoft.com/office/powerpoint/2010/main" val="4201326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33</Words>
  <Application>Microsoft Macintosh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Helon Vicente Hultmann Ayala</dc:creator>
  <cp:lastModifiedBy>Helon Vicente Hultmann Ayala</cp:lastModifiedBy>
  <cp:revision>1</cp:revision>
  <dcterms:created xsi:type="dcterms:W3CDTF">2026-05-27T18:36:25Z</dcterms:created>
  <dcterms:modified xsi:type="dcterms:W3CDTF">2026-05-27T18:44:04Z</dcterms:modified>
</cp:coreProperties>
</file>